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49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47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4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3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8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063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3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76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60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8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00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013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WPS Presentation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WPS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mahathi</dc:creator>
  <dcterms:created xsi:type="dcterms:W3CDTF">2025-08-31T08:23:12Z</dcterms:created>
</cp:coreProperties>
</file>