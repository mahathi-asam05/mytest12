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mahathi</dc:creator>
  <dcterms:created xsi:type="dcterms:W3CDTF">2025-08-31T10:06:47Z</dcterms:created>
</cp:coreProperties>
</file>